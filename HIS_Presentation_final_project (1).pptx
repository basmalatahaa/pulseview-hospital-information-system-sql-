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03" r:id="rId3"/>
    <p:sldId id="304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285" r:id="rId21"/>
    <p:sldId id="257" r:id="rId22"/>
    <p:sldId id="274" r:id="rId23"/>
    <p:sldId id="276" r:id="rId24"/>
    <p:sldId id="275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6" r:id="rId34"/>
    <p:sldId id="273" r:id="rId35"/>
    <p:sldId id="258" r:id="rId36"/>
    <p:sldId id="259" r:id="rId37"/>
    <p:sldId id="260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8" r:id="rId46"/>
    <p:sldId id="269" r:id="rId47"/>
    <p:sldId id="270" r:id="rId48"/>
    <p:sldId id="271" r:id="rId49"/>
    <p:sldId id="272" r:id="rId50"/>
  </p:sldIdLst>
  <p:sldSz cx="18288000" cy="10287000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Garet Bold" panose="020B0604020202020204" charset="0"/>
      <p:regular r:id="rId55"/>
    </p:embeddedFont>
    <p:embeddedFont>
      <p:font typeface="Squada One" panose="020B0604020202020204" charset="0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49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74" b="-886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12988" y="3793660"/>
            <a:ext cx="13502458" cy="1402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4"/>
              </a:lnSpc>
              <a:spcBef>
                <a:spcPct val="0"/>
              </a:spcBef>
            </a:pPr>
            <a:r>
              <a:rPr lang="en-US" sz="8174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PULSEVIEW HIS PROJECT</a:t>
            </a:r>
          </a:p>
        </p:txBody>
      </p:sp>
      <p:sp>
        <p:nvSpPr>
          <p:cNvPr id="4" name="AutoShape 4"/>
          <p:cNvSpPr/>
          <p:nvPr/>
        </p:nvSpPr>
        <p:spPr>
          <a:xfrm>
            <a:off x="4664162" y="7043228"/>
            <a:ext cx="8959676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343175" y="1017450"/>
            <a:ext cx="17699634" cy="1124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Table Creations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07E367A-97C4-B0F5-61FD-44EB1B54D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991909"/>
            <a:ext cx="11010625" cy="88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627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343175" y="1017450"/>
            <a:ext cx="17699634" cy="1124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Table Creations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2DB2877F-20EA-6771-A648-774D2E4FF6F6}"/>
              </a:ext>
            </a:extLst>
          </p:cNvPr>
          <p:cNvSpPr/>
          <p:nvPr/>
        </p:nvSpPr>
        <p:spPr>
          <a:xfrm>
            <a:off x="958335" y="2599317"/>
            <a:ext cx="9345318" cy="2482721"/>
          </a:xfrm>
          <a:custGeom>
            <a:avLst/>
            <a:gdLst/>
            <a:ahLst/>
            <a:cxnLst/>
            <a:rect l="l" t="t" r="r" b="b"/>
            <a:pathLst>
              <a:path w="6651036" h="1765041">
                <a:moveTo>
                  <a:pt x="0" y="0"/>
                </a:moveTo>
                <a:lnTo>
                  <a:pt x="6651036" y="0"/>
                </a:lnTo>
                <a:lnTo>
                  <a:pt x="6651036" y="1765041"/>
                </a:lnTo>
                <a:lnTo>
                  <a:pt x="0" y="1765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76" b="-1276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1EC52A3-FC77-0832-2724-F741E81D7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38" y="6210300"/>
            <a:ext cx="10770112" cy="2482721"/>
          </a:xfrm>
          <a:prstGeom prst="rect">
            <a:avLst/>
          </a:prstGeom>
        </p:spPr>
      </p:pic>
      <p:sp>
        <p:nvSpPr>
          <p:cNvPr id="22" name="Freeform 8">
            <a:extLst>
              <a:ext uri="{FF2B5EF4-FFF2-40B4-BE49-F238E27FC236}">
                <a16:creationId xmlns:a16="http://schemas.microsoft.com/office/drawing/2014/main" id="{AA8E9315-2CC8-5D16-9898-9734B001E253}"/>
              </a:ext>
            </a:extLst>
          </p:cNvPr>
          <p:cNvSpPr/>
          <p:nvPr/>
        </p:nvSpPr>
        <p:spPr>
          <a:xfrm>
            <a:off x="11678502" y="761342"/>
            <a:ext cx="5923698" cy="8649358"/>
          </a:xfrm>
          <a:custGeom>
            <a:avLst/>
            <a:gdLst/>
            <a:ahLst/>
            <a:cxnLst/>
            <a:rect l="l" t="t" r="r" b="b"/>
            <a:pathLst>
              <a:path w="3222883" h="4955943">
                <a:moveTo>
                  <a:pt x="0" y="0"/>
                </a:moveTo>
                <a:lnTo>
                  <a:pt x="3222883" y="0"/>
                </a:lnTo>
                <a:lnTo>
                  <a:pt x="3222883" y="4955943"/>
                </a:lnTo>
                <a:lnTo>
                  <a:pt x="0" y="4955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5995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Find all information of nurses who are yet to be registered</a:t>
            </a: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E36AD0-174A-17D0-CDEB-0F26B52AE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629" y="7502173"/>
            <a:ext cx="12982742" cy="21604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5BF529-DEE9-C738-2234-5DCC473D4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29" y="3865029"/>
            <a:ext cx="8711137" cy="26194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CD09BF-E34E-276E-8364-10D6B5D46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351" y="3532694"/>
            <a:ext cx="9198852" cy="333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8059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Find names of nurses who are department heads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1CD09BF-E34E-276E-8364-10D6B5D46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40" y="4623561"/>
            <a:ext cx="7322428" cy="26535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27143B-8AB7-7A4F-1892-67E841377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2397585"/>
            <a:ext cx="12782437" cy="22074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536DC6-121B-242C-E60B-4350C1E8A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11539" y="5068495"/>
            <a:ext cx="6076461" cy="29150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FF2E59-2E52-F155-9F21-FE61616D6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578" y="7295669"/>
            <a:ext cx="6076461" cy="308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45789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Find names of physicians who are department heads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12FB17-E50D-E7CE-4097-981AD3930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832104"/>
            <a:ext cx="13443842" cy="19075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D50DBB9-8D8C-0F29-70B9-72BE858E5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5850282"/>
            <a:ext cx="10467600" cy="39939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CBF6BC-5781-7A6D-99D3-CCF9E33A7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393" y="6113461"/>
            <a:ext cx="7091437" cy="360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8430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Find names of physicians who are department heads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300F52-CD4E-B7C4-92F5-402EEDFFA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724" y="3952601"/>
            <a:ext cx="9275460" cy="520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63672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4)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Count patients who have taken at least one appointment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00B831-E22C-C984-2428-E490695F5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24" y="5707443"/>
            <a:ext cx="11188950" cy="38339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D8DA43-0146-8058-8E2B-98F598128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5794439"/>
            <a:ext cx="5005576" cy="38205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680C0A6-2CFB-B640-722D-0705A8A04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261" y="3782908"/>
            <a:ext cx="12648281" cy="121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13252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4)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Count patients who have taken at least one appointment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426024-5B82-7BAB-494F-F8CDBD19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532860"/>
            <a:ext cx="9866788" cy="30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3342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4)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Count patients who have taken at least one appointment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426024-5B82-7BAB-494F-F8CDBD19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532860"/>
            <a:ext cx="9866788" cy="30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662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5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5)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Find floor and block for room number 212</a:t>
            </a:r>
          </a:p>
          <a:p>
            <a:pPr>
              <a:lnSpc>
                <a:spcPts val="9660"/>
              </a:lnSpc>
              <a:spcBef>
                <a:spcPct val="0"/>
              </a:spcBef>
            </a:pP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845F256-B758-39EC-7147-65C258FFF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5" y="5782144"/>
            <a:ext cx="9394829" cy="36008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C912B27-A2CC-0BB8-EDD6-1736339DC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083" y="2930142"/>
            <a:ext cx="13680402" cy="18029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3886FF-6D8A-A987-986F-1B3A1F26E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914" y="5909401"/>
            <a:ext cx="8065666" cy="212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4282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5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6)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Count the number of available rooms</a:t>
            </a:r>
          </a:p>
          <a:p>
            <a:pPr>
              <a:lnSpc>
                <a:spcPts val="9660"/>
              </a:lnSpc>
              <a:spcBef>
                <a:spcPct val="0"/>
              </a:spcBef>
            </a:pP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714F13-5D70-6AC8-69A5-D50C71AD0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82" y="5127052"/>
            <a:ext cx="7771831" cy="47483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68DDF97-104D-7CEB-6BF3-5D2B4D745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39576"/>
            <a:ext cx="9841280" cy="21559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08ECB40-8ECF-2E3F-BA3B-F479A0663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6121213"/>
            <a:ext cx="6223687" cy="253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5522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1124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7)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Count the number of unavailable rooms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714F13-5D70-6AC8-69A5-D50C71AD0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82" y="5127052"/>
            <a:ext cx="7771831" cy="47483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95FA5E-C336-AA05-CFC4-E9A0FEBD2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467" y="2657497"/>
            <a:ext cx="9134966" cy="19383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679D7D-F8F3-F18B-9407-4D7B70D05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5761220"/>
            <a:ext cx="6878067" cy="278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29811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8)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Get physician names and their affiliated departments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050B6B-7897-8C47-240B-7D823892F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369" y="2461130"/>
            <a:ext cx="10919721" cy="26823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236756-E49A-41CE-2995-F6B8D73AA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406798"/>
            <a:ext cx="5817438" cy="470077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3F23E29-411C-19C7-C9C4-8376872E6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9262" y="5850282"/>
            <a:ext cx="6060364" cy="408981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6C33A5D-0440-E1D7-6E30-C94ED601E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963" y="5492088"/>
            <a:ext cx="4581514" cy="428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1359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8)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Get physician names and their affiliated departments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B28090-0F90-0218-B780-084C4CB01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855393"/>
            <a:ext cx="9095423" cy="552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70155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8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9)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Get physicians trained for special treatments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2DCC9CC-E3E4-DF22-9F7D-526897B80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81799"/>
            <a:ext cx="12868931" cy="17373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C494C4-876B-8E11-69EA-D23A48542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985" y="4834386"/>
            <a:ext cx="9265833" cy="53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4804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588366" y="669453"/>
            <a:ext cx="17699634" cy="3609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10)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Get physicians with department who are yet to be affiliated</a:t>
            </a:r>
          </a:p>
          <a:p>
            <a:pPr>
              <a:lnSpc>
                <a:spcPts val="9660"/>
              </a:lnSpc>
              <a:spcBef>
                <a:spcPct val="0"/>
              </a:spcBef>
            </a:pP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5D9E27A-BA09-4CC2-B089-98332BEC1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42" y="4909935"/>
            <a:ext cx="5415165" cy="54151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9FDFB0-886C-B11B-B795-EB511FB0A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171" y="2945919"/>
            <a:ext cx="12013202" cy="21432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881B30-EC64-F7B7-B65D-759608211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380" y="6040025"/>
            <a:ext cx="6957501" cy="27630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AF1DCD8-9E72-BC82-E442-87D283855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27169" y="6108035"/>
            <a:ext cx="5135031" cy="350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79339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588366" y="669453"/>
            <a:ext cx="17699634" cy="1124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11)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Get physicians who are not specialized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9B56663-74DF-AF0E-1FEF-06FCD303D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634" y="2927083"/>
            <a:ext cx="11340731" cy="21845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D0AC7A-314B-B901-8213-099090B69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5450236"/>
            <a:ext cx="6605728" cy="391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54373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588366" y="669453"/>
            <a:ext cx="17699634" cy="2368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12) </a:t>
            </a:r>
            <a:r>
              <a:rPr lang="en-US" sz="6600" b="1" spc="-85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Get patients with their primary care physicians</a:t>
            </a:r>
            <a:endParaRPr lang="en-US" sz="66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65D808-DCA2-CBD0-FB89-90B763B98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529" y="3022663"/>
            <a:ext cx="14773307" cy="14660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016FA5-AE31-EA17-43CF-A9A9FB59E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86300"/>
            <a:ext cx="7511455" cy="529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02466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1000" y="-3464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467" y="1113889"/>
            <a:ext cx="17699634" cy="2365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13) FIND THE NAME OF THE PATIENTS AND THE NUMBER OF PHYSICIANS THEY HAVE TAKEN APPOINTMENT.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179" b="59845"/>
          <a:stretch/>
        </p:blipFill>
        <p:spPr>
          <a:xfrm>
            <a:off x="1310729" y="4167573"/>
            <a:ext cx="7295777" cy="40550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17"/>
          <a:stretch/>
        </p:blipFill>
        <p:spPr>
          <a:xfrm>
            <a:off x="7761597" y="5412136"/>
            <a:ext cx="8991600" cy="257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24563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2" y="-3117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37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14) COUNT NUMBER OF UNIQUE PATIENTS WHO GOT AN APPOINTMENT FOR EXAMINATION ROOM C.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91" b="67108"/>
          <a:stretch/>
        </p:blipFill>
        <p:spPr>
          <a:xfrm>
            <a:off x="2590800" y="4877177"/>
            <a:ext cx="5990954" cy="265838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49" r="45116"/>
          <a:stretch/>
        </p:blipFill>
        <p:spPr>
          <a:xfrm>
            <a:off x="8345311" y="5567839"/>
            <a:ext cx="5654485" cy="181201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37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15) NAME OF THE PATIENTS AND THE NUMBER OF THE ROOM WHERE THEY HAVE TO GO FOR THEIR TREATMENT.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" t="-1027" r="50263" b="57557"/>
          <a:stretch/>
        </p:blipFill>
        <p:spPr>
          <a:xfrm>
            <a:off x="1495912" y="4041446"/>
            <a:ext cx="6105716" cy="399765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22"/>
          <a:stretch/>
        </p:blipFill>
        <p:spPr>
          <a:xfrm>
            <a:off x="7058055" y="4838700"/>
            <a:ext cx="8686799" cy="270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35862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6" y="1024921"/>
            <a:ext cx="17395553" cy="237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16) FIND THE NAME OF THE NURSES AND THE ROOM SCHEDULED, WHERE THEY WILL ASSIST THE PHYSICIANS.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57" b="41229"/>
          <a:stretch/>
        </p:blipFill>
        <p:spPr>
          <a:xfrm>
            <a:off x="1981200" y="4399566"/>
            <a:ext cx="6933878" cy="397621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33"/>
          <a:stretch/>
        </p:blipFill>
        <p:spPr>
          <a:xfrm>
            <a:off x="8382000" y="5369310"/>
            <a:ext cx="7938333" cy="199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69304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5240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6" y="1024921"/>
            <a:ext cx="17395554" cy="3592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0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17) FIND THE NAME OF THE PATIENTS WHO TOOK THE APPOINTMENT ON THE 25TH OF APRIL AT 10 AM, AND ALSO DISPLAY THEIR PHYSICIAN, ASSISTING NURSES AND ROOM NO.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607"/>
          <a:stretch/>
        </p:blipFill>
        <p:spPr>
          <a:xfrm>
            <a:off x="1394948" y="5239528"/>
            <a:ext cx="10072771" cy="23084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64"/>
          <a:stretch/>
        </p:blipFill>
        <p:spPr>
          <a:xfrm>
            <a:off x="7848600" y="6437057"/>
            <a:ext cx="9043378" cy="19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59505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6" y="1024921"/>
            <a:ext cx="1724315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18) FIND THE NAME OF PATIENTS AND THEIR PHYSICIANS WHO DO NOT REQUIRE ANY ASSISTANCE OF A NURSE.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76" y="3752117"/>
            <a:ext cx="9240104" cy="614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46180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19) FIND THE NAME OF THE PATIENTS, THEIR TREATING PHYSICIANS AND MEDICATION.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91"/>
          <a:stretch/>
        </p:blipFill>
        <p:spPr>
          <a:xfrm>
            <a:off x="1394948" y="4455851"/>
            <a:ext cx="12321052" cy="424309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38"/>
          <a:stretch/>
        </p:blipFill>
        <p:spPr>
          <a:xfrm>
            <a:off x="6324600" y="5415600"/>
            <a:ext cx="9829800" cy="23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67741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328753" cy="237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20) NAME OF THE PATIENTS WHO TOOK AN ADVANCED APPOINTMENT, THEIR PHYSICIANS AND MEDICATION.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4152900"/>
            <a:ext cx="11158393" cy="524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5338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21) FIND THE NAME AND MEDICATION FOR THOSE PATIENTS WHO DID NOT TAKE ANY APPOINTMENT.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33" b="26697"/>
          <a:stretch/>
        </p:blipFill>
        <p:spPr>
          <a:xfrm>
            <a:off x="1600200" y="3694509"/>
            <a:ext cx="7772400" cy="564238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59"/>
          <a:stretch/>
        </p:blipFill>
        <p:spPr>
          <a:xfrm>
            <a:off x="5950527" y="5492081"/>
            <a:ext cx="11201400" cy="182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75139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22) COUNT THE NUMBER OF AVAILABLE ROOMS IN EACH BLOCK.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781300"/>
            <a:ext cx="9411131" cy="675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58928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23) COUNT THE NUMBER OF AVAILABLE ROOMS IN EACH FLOOR.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94" b="54378"/>
          <a:stretch/>
        </p:blipFill>
        <p:spPr>
          <a:xfrm>
            <a:off x="1826808" y="3964534"/>
            <a:ext cx="6862931" cy="422696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57"/>
          <a:stretch/>
        </p:blipFill>
        <p:spPr>
          <a:xfrm>
            <a:off x="7239000" y="5412136"/>
            <a:ext cx="9520850" cy="247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64687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24) COUNT THE NUMBER OF AVAILABLE ROOMS FOR EACH BLOCK IN EACH FLOOR.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78" b="46545"/>
          <a:stretch/>
        </p:blipFill>
        <p:spPr>
          <a:xfrm>
            <a:off x="1394948" y="4430673"/>
            <a:ext cx="7368052" cy="425586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21"/>
          <a:stretch/>
        </p:blipFill>
        <p:spPr>
          <a:xfrm>
            <a:off x="7315200" y="6210300"/>
            <a:ext cx="8603453" cy="222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71730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25) COUNT THE NUMBER OF UNAVAILABLE ROOMS FOR EACH BLOCK IN EACH FLOOR.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104"/>
          <a:stretch/>
        </p:blipFill>
        <p:spPr>
          <a:xfrm>
            <a:off x="1537853" y="4369008"/>
            <a:ext cx="10034458" cy="336529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7"/>
          <a:stretch/>
        </p:blipFill>
        <p:spPr>
          <a:xfrm>
            <a:off x="6435214" y="6303932"/>
            <a:ext cx="10994646" cy="236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991290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26) </a:t>
            </a:r>
            <a:r>
              <a:rPr lang="en-US" sz="66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FIND OUT THE FLOOR WHERE THE MAXIMUM NUMBER OF ROOMS ARE AVAILABLE.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969" y="3430930"/>
            <a:ext cx="9488380" cy="628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35202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2051594" y="3706829"/>
            <a:ext cx="13035674" cy="2873341"/>
          </a:xfrm>
          <a:custGeom>
            <a:avLst/>
            <a:gdLst/>
            <a:ahLst/>
            <a:cxnLst/>
            <a:rect l="l" t="t" r="r" b="b"/>
            <a:pathLst>
              <a:path w="13035674" h="2873341">
                <a:moveTo>
                  <a:pt x="0" y="0"/>
                </a:moveTo>
                <a:lnTo>
                  <a:pt x="13035674" y="0"/>
                </a:lnTo>
                <a:lnTo>
                  <a:pt x="13035674" y="2873342"/>
                </a:lnTo>
                <a:lnTo>
                  <a:pt x="0" y="2873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747594" y="7398804"/>
            <a:ext cx="9020175" cy="2029539"/>
          </a:xfrm>
          <a:custGeom>
            <a:avLst/>
            <a:gdLst/>
            <a:ahLst/>
            <a:cxnLst/>
            <a:rect l="l" t="t" r="r" b="b"/>
            <a:pathLst>
              <a:path w="9020175" h="2029539">
                <a:moveTo>
                  <a:pt x="0" y="0"/>
                </a:moveTo>
                <a:lnTo>
                  <a:pt x="9020175" y="0"/>
                </a:lnTo>
                <a:lnTo>
                  <a:pt x="9020175" y="2029539"/>
                </a:lnTo>
                <a:lnTo>
                  <a:pt x="0" y="2029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6730468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27) WRITE A QUERY IN SQL TO FIND OUT THE FLOOR WHERE THE MINIMUM NO OF ROOMS ARE AVAILABLE</a:t>
            </a:r>
          </a:p>
        </p:txBody>
      </p:sp>
    </p:spTree>
    <p:extLst>
      <p:ext uri="{BB962C8B-B14F-4D97-AF65-F5344CB8AC3E}">
        <p14:creationId xmlns:p14="http://schemas.microsoft.com/office/powerpoint/2010/main" val="3588894210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662452" y="5412136"/>
            <a:ext cx="10473305" cy="1627498"/>
          </a:xfrm>
          <a:custGeom>
            <a:avLst/>
            <a:gdLst/>
            <a:ahLst/>
            <a:cxnLst/>
            <a:rect l="l" t="t" r="r" b="b"/>
            <a:pathLst>
              <a:path w="10473305" h="1627498">
                <a:moveTo>
                  <a:pt x="0" y="0"/>
                </a:moveTo>
                <a:lnTo>
                  <a:pt x="10473305" y="0"/>
                </a:lnTo>
                <a:lnTo>
                  <a:pt x="10473305" y="1627498"/>
                </a:lnTo>
                <a:lnTo>
                  <a:pt x="0" y="1627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276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613560" y="3430930"/>
            <a:ext cx="6163690" cy="6675088"/>
          </a:xfrm>
          <a:custGeom>
            <a:avLst/>
            <a:gdLst/>
            <a:ahLst/>
            <a:cxnLst/>
            <a:rect l="l" t="t" r="r" b="b"/>
            <a:pathLst>
              <a:path w="6163690" h="6675088">
                <a:moveTo>
                  <a:pt x="0" y="0"/>
                </a:moveTo>
                <a:lnTo>
                  <a:pt x="6163691" y="0"/>
                </a:lnTo>
                <a:lnTo>
                  <a:pt x="6163691" y="6675088"/>
                </a:lnTo>
                <a:lnTo>
                  <a:pt x="0" y="6675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834279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28) OBTAIN THE NAME OF THE PATIENTS, THEIR BLOCK, FLOOR, AND ROOM NUMBER WHERE THEY ARE ADMITTED. 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662452" y="4871238"/>
            <a:ext cx="10588254" cy="1589131"/>
          </a:xfrm>
          <a:custGeom>
            <a:avLst/>
            <a:gdLst/>
            <a:ahLst/>
            <a:cxnLst/>
            <a:rect l="l" t="t" r="r" b="b"/>
            <a:pathLst>
              <a:path w="10588254" h="1589131">
                <a:moveTo>
                  <a:pt x="0" y="0"/>
                </a:moveTo>
                <a:lnTo>
                  <a:pt x="10588254" y="0"/>
                </a:lnTo>
                <a:lnTo>
                  <a:pt x="10588254" y="1589131"/>
                </a:lnTo>
                <a:lnTo>
                  <a:pt x="0" y="1589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173354" y="3569220"/>
            <a:ext cx="5312388" cy="6343150"/>
          </a:xfrm>
          <a:custGeom>
            <a:avLst/>
            <a:gdLst/>
            <a:ahLst/>
            <a:cxnLst/>
            <a:rect l="l" t="t" r="r" b="b"/>
            <a:pathLst>
              <a:path w="5312388" h="6343150">
                <a:moveTo>
                  <a:pt x="0" y="0"/>
                </a:moveTo>
                <a:lnTo>
                  <a:pt x="5312388" y="0"/>
                </a:lnTo>
                <a:lnTo>
                  <a:pt x="5312388" y="6343151"/>
                </a:lnTo>
                <a:lnTo>
                  <a:pt x="0" y="6343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92447" y="1024921"/>
            <a:ext cx="1834279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29) OBTAIN THE NURSES AND THE BLOCK WHERE THEY ARE BOOKED FOR ATTENDING THE PATIENTS ON CALL.  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4649843" y="3745148"/>
            <a:ext cx="9760006" cy="6243038"/>
          </a:xfrm>
          <a:custGeom>
            <a:avLst/>
            <a:gdLst/>
            <a:ahLst/>
            <a:cxnLst/>
            <a:rect l="l" t="t" r="r" b="b"/>
            <a:pathLst>
              <a:path w="9760006" h="6243038">
                <a:moveTo>
                  <a:pt x="0" y="0"/>
                </a:moveTo>
                <a:lnTo>
                  <a:pt x="9760005" y="0"/>
                </a:lnTo>
                <a:lnTo>
                  <a:pt x="9760005" y="6243038"/>
                </a:lnTo>
                <a:lnTo>
                  <a:pt x="0" y="6243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62452" y="1163212"/>
            <a:ext cx="1834279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30) PATIENT NAME, PHYSICIAN, NURSE, TREATMENT, RELEASE DATE, ROOM, FLOOR, BLOCK.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667454" y="4763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2369866" y="437959"/>
            <a:ext cx="13071231" cy="9525659"/>
          </a:xfrm>
          <a:custGeom>
            <a:avLst/>
            <a:gdLst/>
            <a:ahLst/>
            <a:cxnLst/>
            <a:rect l="l" t="t" r="r" b="b"/>
            <a:pathLst>
              <a:path w="13071231" h="9525659">
                <a:moveTo>
                  <a:pt x="0" y="0"/>
                </a:moveTo>
                <a:lnTo>
                  <a:pt x="13071230" y="0"/>
                </a:lnTo>
                <a:lnTo>
                  <a:pt x="13071230" y="9525659"/>
                </a:lnTo>
                <a:lnTo>
                  <a:pt x="0" y="9525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4177467" y="3752885"/>
            <a:ext cx="11195997" cy="6232974"/>
          </a:xfrm>
          <a:custGeom>
            <a:avLst/>
            <a:gdLst/>
            <a:ahLst/>
            <a:cxnLst/>
            <a:rect l="l" t="t" r="r" b="b"/>
            <a:pathLst>
              <a:path w="11195997" h="6232974">
                <a:moveTo>
                  <a:pt x="0" y="0"/>
                </a:moveTo>
                <a:lnTo>
                  <a:pt x="11195997" y="0"/>
                </a:lnTo>
                <a:lnTo>
                  <a:pt x="11195997" y="6232974"/>
                </a:lnTo>
                <a:lnTo>
                  <a:pt x="0" y="6232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62452" y="1163212"/>
            <a:ext cx="1834279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31) PHYSICIANS WHO PERFORMED PROCEDURES WITHOUT BEING CERTIFIED.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4177467" y="3387550"/>
            <a:ext cx="10159213" cy="6717780"/>
          </a:xfrm>
          <a:custGeom>
            <a:avLst/>
            <a:gdLst/>
            <a:ahLst/>
            <a:cxnLst/>
            <a:rect l="l" t="t" r="r" b="b"/>
            <a:pathLst>
              <a:path w="10159213" h="6717780">
                <a:moveTo>
                  <a:pt x="0" y="0"/>
                </a:moveTo>
                <a:lnTo>
                  <a:pt x="10159213" y="0"/>
                </a:lnTo>
                <a:lnTo>
                  <a:pt x="10159213" y="6717779"/>
                </a:lnTo>
                <a:lnTo>
                  <a:pt x="0" y="6717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62452" y="618466"/>
            <a:ext cx="1834279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32) NAME, PROCEDURE, DATE, PATIENT - FOR UNCERTIFIED PHYSICIAN PROCEDURES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2020134" y="4419247"/>
            <a:ext cx="14247732" cy="4345558"/>
          </a:xfrm>
          <a:custGeom>
            <a:avLst/>
            <a:gdLst/>
            <a:ahLst/>
            <a:cxnLst/>
            <a:rect l="l" t="t" r="r" b="b"/>
            <a:pathLst>
              <a:path w="14247732" h="4345558">
                <a:moveTo>
                  <a:pt x="0" y="0"/>
                </a:moveTo>
                <a:lnTo>
                  <a:pt x="14247732" y="0"/>
                </a:lnTo>
                <a:lnTo>
                  <a:pt x="14247732" y="4345558"/>
                </a:lnTo>
                <a:lnTo>
                  <a:pt x="0" y="434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62452" y="618466"/>
            <a:ext cx="1834279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33) PHYSICIANS WHO PERFORMED PROCEDURES AFTER CERTIFICATION EXPIRY.</a:t>
            </a: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67828" y="137532"/>
            <a:ext cx="16230600" cy="440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sz="8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34) PHYSICIAN, PROCEDURE, PATIENT, DATE WHEN CERTIFICATION EXPIRED.</a:t>
            </a:r>
          </a:p>
          <a:p>
            <a:pPr algn="l">
              <a:lnSpc>
                <a:spcPts val="11760"/>
              </a:lnSpc>
              <a:spcBef>
                <a:spcPct val="0"/>
              </a:spcBef>
            </a:pPr>
            <a:endParaRPr lang="en-US" sz="8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44663" y="1527983"/>
            <a:ext cx="732496" cy="323382"/>
            <a:chOff x="0" y="0"/>
            <a:chExt cx="976661" cy="43117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2223488" y="3444133"/>
            <a:ext cx="12869206" cy="7238928"/>
          </a:xfrm>
          <a:custGeom>
            <a:avLst/>
            <a:gdLst/>
            <a:ahLst/>
            <a:cxnLst/>
            <a:rect l="l" t="t" r="r" b="b"/>
            <a:pathLst>
              <a:path w="12869206" h="7238928">
                <a:moveTo>
                  <a:pt x="0" y="0"/>
                </a:moveTo>
                <a:lnTo>
                  <a:pt x="12869206" y="0"/>
                </a:lnTo>
                <a:lnTo>
                  <a:pt x="12869206" y="7238928"/>
                </a:lnTo>
                <a:lnTo>
                  <a:pt x="0" y="7238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2020443" y="4068917"/>
            <a:ext cx="15004087" cy="5189383"/>
          </a:xfrm>
          <a:custGeom>
            <a:avLst/>
            <a:gdLst/>
            <a:ahLst/>
            <a:cxnLst/>
            <a:rect l="l" t="t" r="r" b="b"/>
            <a:pathLst>
              <a:path w="15004087" h="5189383">
                <a:moveTo>
                  <a:pt x="0" y="0"/>
                </a:moveTo>
                <a:lnTo>
                  <a:pt x="15004086" y="0"/>
                </a:lnTo>
                <a:lnTo>
                  <a:pt x="15004086" y="5189383"/>
                </a:lnTo>
                <a:lnTo>
                  <a:pt x="0" y="5189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62452" y="1072643"/>
            <a:ext cx="1736631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35) NURSES WHO HAVE EVER BEEN ON CALL IN THE BLOCK OF ROOM 122.</a:t>
            </a:r>
          </a:p>
        </p:txBody>
      </p:sp>
    </p:spTree>
  </p:cSld>
  <p:clrMapOvr>
    <a:masterClrMapping/>
  </p:clrMapOvr>
  <p:transition spd="slow">
    <p:push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4177467" y="2342727"/>
            <a:ext cx="9615437" cy="7703073"/>
          </a:xfrm>
          <a:custGeom>
            <a:avLst/>
            <a:gdLst/>
            <a:ahLst/>
            <a:cxnLst/>
            <a:rect l="l" t="t" r="r" b="b"/>
            <a:pathLst>
              <a:path w="9615437" h="7703073">
                <a:moveTo>
                  <a:pt x="0" y="0"/>
                </a:moveTo>
                <a:lnTo>
                  <a:pt x="9615437" y="0"/>
                </a:lnTo>
                <a:lnTo>
                  <a:pt x="9615437" y="7703073"/>
                </a:lnTo>
                <a:lnTo>
                  <a:pt x="0" y="7703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60842" y="822026"/>
            <a:ext cx="17366316" cy="362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36) PATIENTS WHO WERE PRESCRIBED MEDICATION BY THEIR PCP.</a:t>
            </a:r>
          </a:p>
          <a:p>
            <a:pPr algn="l">
              <a:lnSpc>
                <a:spcPts val="9660"/>
              </a:lnSpc>
              <a:spcBef>
                <a:spcPct val="0"/>
              </a:spcBef>
            </a:pPr>
            <a:endParaRPr lang="en-US" sz="69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4166291" y="2874406"/>
            <a:ext cx="9955418" cy="7140797"/>
          </a:xfrm>
          <a:custGeom>
            <a:avLst/>
            <a:gdLst/>
            <a:ahLst/>
            <a:cxnLst/>
            <a:rect l="l" t="t" r="r" b="b"/>
            <a:pathLst>
              <a:path w="9955418" h="7140797">
                <a:moveTo>
                  <a:pt x="0" y="0"/>
                </a:moveTo>
                <a:lnTo>
                  <a:pt x="9955418" y="0"/>
                </a:lnTo>
                <a:lnTo>
                  <a:pt x="9955418" y="7140797"/>
                </a:lnTo>
                <a:lnTo>
                  <a:pt x="0" y="7140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60842" y="822026"/>
            <a:ext cx="1736631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37) PATIENTS WHO UNDERWENT PROCEDURES &gt; 5000 AND THEIR PCP.</a:t>
            </a: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4578509" y="3228035"/>
            <a:ext cx="10032105" cy="6798800"/>
          </a:xfrm>
          <a:custGeom>
            <a:avLst/>
            <a:gdLst/>
            <a:ahLst/>
            <a:cxnLst/>
            <a:rect l="l" t="t" r="r" b="b"/>
            <a:pathLst>
              <a:path w="10032105" h="6798800">
                <a:moveTo>
                  <a:pt x="0" y="0"/>
                </a:moveTo>
                <a:lnTo>
                  <a:pt x="10032104" y="0"/>
                </a:lnTo>
                <a:lnTo>
                  <a:pt x="10032104" y="6798800"/>
                </a:lnTo>
                <a:lnTo>
                  <a:pt x="0" y="679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60842" y="822026"/>
            <a:ext cx="1736631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38) PATIENTS WITH AT LEAST TWO APPOINTMENTS WITH A REGISTERED NURSE.</a:t>
            </a: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452" y="437959"/>
            <a:ext cx="732496" cy="323382"/>
            <a:chOff x="0" y="0"/>
            <a:chExt cx="976661" cy="43117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AutoShape 16"/>
          <p:cNvSpPr/>
          <p:nvPr/>
        </p:nvSpPr>
        <p:spPr>
          <a:xfrm>
            <a:off x="1394948" y="442721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3297551" y="3364288"/>
            <a:ext cx="11692899" cy="6593562"/>
          </a:xfrm>
          <a:custGeom>
            <a:avLst/>
            <a:gdLst/>
            <a:ahLst/>
            <a:cxnLst/>
            <a:rect l="l" t="t" r="r" b="b"/>
            <a:pathLst>
              <a:path w="11692899" h="6593562">
                <a:moveTo>
                  <a:pt x="0" y="0"/>
                </a:moveTo>
                <a:lnTo>
                  <a:pt x="11692898" y="0"/>
                </a:lnTo>
                <a:lnTo>
                  <a:pt x="11692898" y="6593562"/>
                </a:lnTo>
                <a:lnTo>
                  <a:pt x="0" y="659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60842" y="822026"/>
            <a:ext cx="17366316" cy="2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39) PATIENTS WHOSE PCP IS NOT THE HEAD OF ANY DEPARTMENT.</a:t>
            </a: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88" b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09769" y="-786337"/>
            <a:ext cx="27120698" cy="5412136"/>
            <a:chOff x="0" y="0"/>
            <a:chExt cx="23398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9844" cy="466933"/>
            </a:xfrm>
            <a:custGeom>
              <a:avLst/>
              <a:gdLst/>
              <a:ahLst/>
              <a:cxnLst/>
              <a:rect l="l" t="t" r="r" b="b"/>
              <a:pathLst>
                <a:path w="2339844" h="466933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83713" y="230505"/>
            <a:ext cx="12120573" cy="143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  <a:spcBef>
                <a:spcPct val="0"/>
              </a:spcBef>
            </a:pPr>
            <a:r>
              <a:rPr lang="en-US" sz="8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POWERBI DASHBOSRD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18931" y="741646"/>
            <a:ext cx="732496" cy="323382"/>
            <a:chOff x="0" y="0"/>
            <a:chExt cx="976661" cy="43117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7" name="AutoShape 17"/>
          <p:cNvSpPr/>
          <p:nvPr/>
        </p:nvSpPr>
        <p:spPr>
          <a:xfrm>
            <a:off x="1540633" y="908099"/>
            <a:ext cx="278251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2075476" y="1488492"/>
            <a:ext cx="14863730" cy="8435167"/>
          </a:xfrm>
          <a:custGeom>
            <a:avLst/>
            <a:gdLst/>
            <a:ahLst/>
            <a:cxnLst/>
            <a:rect l="l" t="t" r="r" b="b"/>
            <a:pathLst>
              <a:path w="14863730" h="8435167">
                <a:moveTo>
                  <a:pt x="0" y="0"/>
                </a:moveTo>
                <a:lnTo>
                  <a:pt x="14863731" y="0"/>
                </a:lnTo>
                <a:lnTo>
                  <a:pt x="14863731" y="8435166"/>
                </a:lnTo>
                <a:lnTo>
                  <a:pt x="0" y="8435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117706" y="861455"/>
            <a:ext cx="19761022" cy="9425545"/>
            <a:chOff x="0" y="0"/>
            <a:chExt cx="978944" cy="466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8944" cy="466933"/>
            </a:xfrm>
            <a:custGeom>
              <a:avLst/>
              <a:gdLst/>
              <a:ahLst/>
              <a:cxnLst/>
              <a:rect l="l" t="t" r="r" b="b"/>
              <a:pathLst>
                <a:path w="978944" h="466933">
                  <a:moveTo>
                    <a:pt x="203200" y="0"/>
                  </a:moveTo>
                  <a:lnTo>
                    <a:pt x="978944" y="0"/>
                  </a:lnTo>
                  <a:lnTo>
                    <a:pt x="7757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43F32">
                    <a:alpha val="100000"/>
                  </a:srgbClr>
                </a:gs>
                <a:gs pos="100000">
                  <a:srgbClr val="022A21">
                    <a:alpha val="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775744" cy="505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32848" y="3608668"/>
            <a:ext cx="12793097" cy="3008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94"/>
              </a:lnSpc>
              <a:spcBef>
                <a:spcPct val="0"/>
              </a:spcBef>
            </a:pPr>
            <a:r>
              <a:rPr lang="en-US" sz="17567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247774" y="3993799"/>
            <a:ext cx="732496" cy="323382"/>
            <a:chOff x="0" y="0"/>
            <a:chExt cx="976661" cy="43117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75278" cy="431176"/>
              <a:chOff x="0" y="0"/>
              <a:chExt cx="406400" cy="4669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46693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66933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7" name="AutoShape 17"/>
          <p:cNvSpPr/>
          <p:nvPr/>
        </p:nvSpPr>
        <p:spPr>
          <a:xfrm>
            <a:off x="5069476" y="4160252"/>
            <a:ext cx="664102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0" y="8635725"/>
            <a:ext cx="8754118" cy="206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THANK YOU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38227" y="6111200"/>
            <a:ext cx="3400461" cy="90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6"/>
              </a:lnSpc>
              <a:spcBef>
                <a:spcPct val="0"/>
              </a:spcBef>
            </a:pPr>
            <a:r>
              <a:rPr lang="en-US" sz="5347">
                <a:solidFill>
                  <a:srgbClr val="F7930F"/>
                </a:solidFill>
                <a:latin typeface="Squada One"/>
                <a:ea typeface="Squada One"/>
                <a:cs typeface="Squada One"/>
                <a:sym typeface="Squada One"/>
              </a:rPr>
              <a:t>QUESTIONS?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612</Words>
  <Application>Microsoft Office PowerPoint</Application>
  <PresentationFormat>Custom</PresentationFormat>
  <Paragraphs>50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Garet Bold</vt:lpstr>
      <vt:lpstr>Squada One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 Presentation</dc:title>
  <dc:creator>LENOVO</dc:creator>
  <cp:lastModifiedBy>nooran al harty</cp:lastModifiedBy>
  <cp:revision>6</cp:revision>
  <dcterms:created xsi:type="dcterms:W3CDTF">2006-08-16T00:00:00Z</dcterms:created>
  <dcterms:modified xsi:type="dcterms:W3CDTF">2025-05-25T05:55:34Z</dcterms:modified>
  <dc:identifier>DAGoYq6LRzM</dc:identifier>
</cp:coreProperties>
</file>